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49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LIQUEO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C8DCFF"/>
                </a:solidFill>
              </a:defRPr>
            </a:pPr>
            <a:r>
              <a:t>Knowledge Discovery &amp; Reuse System</a:t>
            </a:r>
            <a:br/>
            <a:r>
              <a:t>Professional User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✓ AI-powered knowledge discovery system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✓ Semantic search of past engagements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✓ Pattern analysis and synthesis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✓ 9-step guided workflow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✓ 60x faster proposals (70 hours → 70 minutes)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Add Document Tab - Upload &amp; Organize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Upload consulting engagements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Fill metadata fields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Save to knowledge 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Search Tab - Find Similar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Semantic search for relevant cases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Ranked by relevance score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View full engagement details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Recommendations Tab - Pattern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AI analyzes multiple similar cases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Generates best practice recommendations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Shows success factors and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Workflow Tab - 9-Step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Guided step-by-step workflow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Auto-populated templates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Immediate savings on proposal writing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9-Step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Step 1: Identify Problem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Step 2: Search Knowledge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Step 3: Identify Documents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Step 4: AI Summarize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Step 5: Review &amp; Evaluate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Step 6: Select Content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Step 7: Create Output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Step 8: Tag &amp; Classify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Step 9: Store Knowledge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Presentation Layer: Streamlit web UI + CLI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Business Logic: Workflow, Recommendations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Service Layer: Embeddings, LLM Integration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Data Model: Document, SearchResult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Persistence: JSON filesystem storage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Three Operating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🔵 Full Mode: OpenAI/Anthropic APIs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🟢 Hybrid Mode: One API selected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🟡 Manual Mode: Keyword search only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System works in all modes - graceful degradation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Quick Start (5 Minutes)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1. git clone https://github.com/hemalp143/Liqueo.git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2. cd Liqueo &amp;&amp; python3 -m venv venv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3. source venv/bin/activate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4. pip install -r requirements.txt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5. python load_sample_data.py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6. streamlit run app.py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Pre-Loaded Sample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💼 Investment Bank Back-Office: $2.8M, 12mo, 40% savings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💼 Retail Bank Technology: $1.5M, 9mo, 35% IT savings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💳 Payment Processor: $0.8M, 6mo, 28% savings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Ready to use immediately for testing and demos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✓ Semantic search with AI embeddings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✓ Multi-format file upload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✓ LLM-powered synthesis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✓ Pattern matching &amp; recommendations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✓ Guided 9-step workflow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✓ Source traceability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✓ Professional web interface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Business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⚡ 60x time reduction on proposals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💡 Preserve institutional knowledge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📈 Consistent methodology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👥 Team learning acceleration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💰 Measurable ROI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✅ Quality based on proven approaches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Supported File Formats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✓ PDF documents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✓ Microsoft Word (.docx)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✓ Excel spreadsheets (.xlsx)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✓ CSV files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✓ Plain text files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PowerPoint support coming in Phase 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Production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Phase 1: ✅ Foundation (Complete)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Phase 2: 📅 Database Persistence (4 weeks)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Phase 3: 📊 Vector Database (4 weeks)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Phase 4: 📄 Document Processing (4 weeks)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Phases 5-8: 32+ weeks to full enterprise deployment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Support &amp;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📧 Email: hemalp1434@gmail.com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🔗 GitHub: github.com/hemalp143/Liqueo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📚 Documentation: Complete guides included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🎯 Branch: claude/knowledge-discovery-reuse-e3nr1n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