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Knowledge Discovery &amp; Reuse System</a:t>
            </a:r>
            <a:br/>
            <a:r>
              <a:t>Professional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Liqueo?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AI-powered knowledge discovery system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Find similar past engagements in seconds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Analyze patterns and best practices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Auto-populate proposals from templates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60x faster: 70 hours → 70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⚡ 60x Time Savings on Proposal Writing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💡 Preserve Institutional Knowledge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📈 Consistent Methodology Across Projects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👥 Team Learning &amp; Best Practice Sharing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✅ Quality Based on Proven Approaches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💰 Measurable ROI per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4 Main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📄 Add Document: Upload engagements &amp; metadata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🔍 Search: Find similar past work (AI-powered)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💡 Recommendations: AI analysis of patterns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🎯 Workflow: 9-step guided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 Document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Drag &amp; drop or upload PDF/Word/Excel/CSV/Text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Fill engagement metadata (industry, value, duration)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Describe consulting approach &amp; outcomes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Add tags for future discovery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Save to knowledge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Search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Semantic search for similar engagements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Results ranked by relevance score (0-100%)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Click 'View' to see full details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Read consulting approach &amp; outcomes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Optional filters (industry, type)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AI synthesizes patterns from similar cases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Generates recommended methodology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Lists success factors &amp; typical challenges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Suggests team composition &amp; timeline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Shows source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Workflow Tab - The 9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1️⃣  Identify Problem | 2️⃣  Search | 3️⃣  Identify Docs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4️⃣  AI Summarize | 5️⃣  Review | 6️⃣  Select Content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7️⃣  Create Output | 8️⃣  Tag | 9️⃣  Store Knowledge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Guided process from challenge to stored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Real-World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Friday 4pm: Fintech RFP arrives (due Monday 9am)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Challenge: 30% cost reduction for core banking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Time available: 70 hours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With Liqueo: Complete in 70 minutes using proven 3-phase approach from similar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Sample Data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🏦 Investment Bank Back-Office: $2.8M, 12mo, 40% savings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🏦 Retail Bank Technology: $1.5M, 9mo, 35% IT savings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💳 Payment Processor: $0.8M, 6mo, 28% savings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Ready to use for testing and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🎨 Web UI: Streamlit (4 tabs)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🧠 Search: AI embeddings (OpenAI/Anthropic)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🎯 Recommendations: Pattern engine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💬 Synthesis: LLM analysis (Claude/GPT)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💾 Storage: JSON filesystem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🔵 Full Mode: Both APIs → complete features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🟢 Hybrid Mode: One API → partial features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🟡 Manual Mode: No APIs → keyword search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Graceful degradation - always 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$ git clone https://github.com/hemalp143/Liqueo.git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$ pip install -r requirements.txt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$ python load_sample_data.py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$ streamlit run app.py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→ Opens http://localhost:8501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Use consistent industry names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Write specific consulting approaches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Include measurable outcomes (%)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Add relevant tags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Search with specific challenges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✓ Review top 3 results for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Phase 1: ✅ Foundation (Complete)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Phase 2: Database Persistence (4 weeks)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Phase 3: Vector Database for Scale (4 weeks)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Phases 4-8: Document processing, multi-user, integrations (16 weeks)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Total: 8 months to full enterprise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📧 Email: hemalp1434@gmail.com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🔗 GitHub: github.com/hemalp143/Liqueo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📚 Documentation: Included in repository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🎯 Branch: claude/knowledge-discovery-reuse-e3nr1n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Questions? Check FAQs in full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