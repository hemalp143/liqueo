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4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Liqueo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Knowledge Discovery &amp; Reuse for Financial Consultants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Intelligent knowledge management system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Semantic search using AI embeddings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Industry-specific trend analysis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Engagement recommendation engine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Multiple operating modes for flexibility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Support for multi-format document upload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Home Interface</a:t>
            </a:r>
          </a:p>
        </p:txBody>
      </p:sp>
      <p:pic>
        <p:nvPicPr>
          <p:cNvPr id="4" name="Picture 3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4114800" cy="23483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3440" y="118872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Central hub for all knowledge functions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Clean, professional navigation bar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Quick access to all major modules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Version tracking (v1.0.0)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Consistent branding and layout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Ready for integration into consulting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Adding Engagements: Step 1 - Metadata</a:t>
            </a:r>
          </a:p>
        </p:txBody>
      </p:sp>
      <p:pic>
        <p:nvPicPr>
          <p:cNvPr id="4" name="Picture 3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4114800" cy="23220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3440" y="118872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Enter engagement title and description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Select industry (Technology, Finance, etc.)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Choose transaction type (M&amp;A, Restructuring)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Input engagement value in millions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Specify duration in months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Reference client name for context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Adding Engagements: Step 2 - Content</a:t>
            </a:r>
          </a:p>
        </p:txBody>
      </p:sp>
      <p:pic>
        <p:nvPicPr>
          <p:cNvPr id="4" name="Picture 3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4114800" cy="2558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3440" y="118872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Upload local files (PDF, Word, Excel, CSV, Text)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Import from cloud services (OneDrive, SharePoint)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Support for multiple documents per engagement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Automatic text extraction and indexing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Asynchronous processing keeps UI responsive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Full content searchability immediately upon completion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Searching Knowledge Base</a:t>
            </a:r>
          </a:p>
        </p:txBody>
      </p:sp>
      <p:pic>
        <p:nvPicPr>
          <p:cNvPr id="4" name="Picture 3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4114800" cy="255865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3440" y="118872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Natural language query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Adjustable result count (1-5 matches)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Optional industry filtering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Relevance scoring (0-100%)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Instant results display with metadata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Semantic + keyword search methods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Search Results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Each result shows: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Engagement title and industry classification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Financial value and project duration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Client organization reference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Relevance score (% match quality)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'View' button for full engagement details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Ranked by relevance for quick scanning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Industry Analysis</a:t>
            </a:r>
          </a:p>
        </p:txBody>
      </p:sp>
      <p:pic>
        <p:nvPicPr>
          <p:cNvPr id="4" name="Picture 3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4114800" cy="23236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663440" y="1188720"/>
            <a:ext cx="420624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Select industry to analyze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Click 'Analyze Trends' for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Get current market activity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Identify common industry challenges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Discover proven success factors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300">
                <a:solidFill>
                  <a:srgbClr val="333333"/>
                </a:solidFill>
              </a:defRPr>
            </a:pPr>
            <a:r>
              <a:t>• Understand future outlook and opportunities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Analysis Output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&lt;b&gt;Technology Industry Analysis:&lt;/b&gt;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Active market: 2 engagements recorded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Avg value: $0.6M per engagement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Key challenges: Change mgmt, stakeholder alignment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Success factors: Analytical approach + stakeholder engagement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Timeline: Typical 5-7 month engagements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• Focus areas: Digital transformation, operational efficiency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&lt;b&gt;Presentation Layer:&lt;/b&gt; Streamlit UI + CLI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&lt;b&gt;Business Logic:&lt;/b&gt; Workflow engine, recommendations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&lt;b&gt;Service Layer:&lt;/b&gt; AI embeddings, LLM synthesis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&lt;b&gt;Data Layer:&lt;/b&gt; JSON-based document storage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Layered architecture ensures scalability and flexibility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Operating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&lt;b&gt;Full Mode:&lt;/b&gt; Both APIs available - Maximum capability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Semantic search + AI synthesis for insights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&lt;b&gt;Hybrid Mode:&lt;/b&gt; Single API available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Balanced search and synthesis capability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&lt;b&gt;Manual Mode:&lt;/b&gt; No APIs - Keyword search only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All documents searchable by title and metadata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Quick Start: 5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1. &lt;b&gt;Install:&lt;/b&gt; Clone repo → pip install requirements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2. &lt;b&gt;Configure:&lt;/b&gt; Add API keys to .env (optional)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3. &lt;b&gt;Launch:&lt;/b&gt; streamlit run app.py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4. &lt;b&gt;Add Content:&lt;/b&gt; Upload your first engagement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5. &lt;b&gt;Search:&lt;/b&gt; Find similar engagements instantly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Be productive with your knowledge in minutes!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Use consistent naming for engagements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Include comprehensive metadata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Write descriptive search queries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Use industry filters for focused results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Review industry analysis before proposals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✓ Monitor API usage for cost management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Supported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📄 &lt;b&gt;Document Types:&lt;/b&gt; PDF, Word, Excel, CSV, Text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🔍 &lt;b&gt;Search Methods:&lt;/b&gt; Semantic + Keyword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📊 &lt;b&gt;Analyses:&lt;/b&gt; Industry trends, success factors, challenges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💾 &lt;b&gt;Storage:&lt;/b&gt; JSON-based, locally persistent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🔄 &lt;b&gt;Deployment:&lt;/b&gt; Single-machine, scalable to vector DB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⚡ &lt;b&gt;Performance:&lt;/b&gt; Sub-second search on thousands of docs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Production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&lt;b&gt;Phase 1-2:&lt;/b&gt; Vector database integration (Pinecone/Weaviate)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&lt;b&gt;Phase 3-4:&lt;/b&gt; PDF/Word parsing, collaborative features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&lt;b&gt;Phase 5-6:&lt;/b&gt; Industry-specific templates, custom embeddings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&lt;b&gt;Phase 7-8:&lt;/b&gt; Multi-user permissions, CRM integration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Continuously evolving to meet consultant needs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490"/>
          </a:solidFill>
          <a:ln>
            <a:solidFill>
              <a:srgbClr val="1A5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Support &amp;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85953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📧 Questions: hemalp1434@gmail.com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🐙 Repository: github.com/hemalp143/Liqueo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📖 Documentation: Full guides and examples included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For technical support or feature requests,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reach out to the development team directly.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