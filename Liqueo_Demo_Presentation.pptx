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Knowledge Discovery &amp; Reuse for Consultants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CFF"/>
                </a:solidFill>
              </a:defRPr>
            </a:pPr>
            <a:r>
              <a:t>September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Problem: Knowledge Fragmentation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Solution: Liqueo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9-Step Workflow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30-Minute Demo Walkthrough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Features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Production Roadmap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RFP arrives Friday 4pm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Due Monday 9am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Only 70 hours to deliver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Team doesn't know: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- Similar work done before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- Which approach worked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- How long it took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- What cost 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Result: Reinvent from scratch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Cost: 3-5 days of work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Risk: Miss opportunities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Loss: Knowledge disappears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when staff leaves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THE SOLUTION: 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SEARCH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Find 3 similar past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engagements in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ANALYZE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AI extracts patterns,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approaches,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ADAPT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Customize proven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approach for new context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STORE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Save for next consultant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 discover &amp; reuse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THE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70 hours → 70 minutes (60x speedup)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80% of content from past engagements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proven approaches, not invented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Knowledge preserved for future reuse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Team learns from every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9-STEP KNOWLEDGE REUSE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1️⃣  Identify Problem  →  Define challenge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2️⃣  Search Knowledge  →  Find similar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3️⃣  Identify Docs  →  Extract templates &amp; lessons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4️⃣  AI Summarize  →  Get analysis &amp;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5️⃣  Review &amp; Evaluate  →  Assess applicability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6️⃣  Select Content  →  Choose what to reuse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7️⃣  Create Output  →  Build new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8️⃣  Tag &amp; Classify  →  Add metadata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9️⃣  Store Knowledge  →  Available for next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DEMO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Fintech RFP: Core Banking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30%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Constraint: 70 hours to proposal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Have we solved this before?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Liqueo Answer: Yes! 3 relevant cases found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(Banking restructuring + cost optimization)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30-MINUTE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1 (2 min): Show RFP &amp; challenge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2 (3 min): Search → Find 3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 (4 min): View → Explore full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4 (6 min): AI Synthesis → Pattern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5 (8 min): Workflow → Create adapted proposal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6 (3 min): Complete → Ready for Monday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SYSTEM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Knowledge Base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Document storage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Rich metadata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Smart filtering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Search Engine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Semantic search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Keyword fallback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Relevance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Recommendations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Similar cases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Pattern matching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Industry trends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Web Interface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4 main tabs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File upload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Modal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→ Web UI (Streamlit)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→ KnowledgeBase, Search, Recommendations, Synthesis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SERVICES → Embeddings, LLM APIs, File Parsing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STORAGE → Local JSON files (.liqueo/ directory)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Three Operating Modes: Full (APIs) → Hybrid (partial) → Manual (no API)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SAMPLE DATA (3 Engagements)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🏦 Investment Bank Back-Office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$2.8M | 12 months | 40%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🏦 Retail Bank Technology Consolidation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$1.5M | 9 months | 35%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💳 Payment Processor Cost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$0.8M | 6 months | 28% cost reduction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QUICK START (5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 git clone https://github.com/hemalp143/Liqueo.git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 cd Liqueo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 python load_sample_data.py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 streamlit run app.py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Ready for demo!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DEPLOYMENT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Local Development (Mac/Windows/Linux)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Google Colab (browser-based)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Docker Container (isolated)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Production Server (gunicorn/streamlit)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Optional: ANTHROPIC_API_KEY or OPENAI_API_KEY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(System works without keys - uses keyword search fallback)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Current State: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Single machine only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100-5,000 documents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In-memory session state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Single-user (no auth)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Limited file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Solutions Planned: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Phase 2: Database persistence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Phase 3: Vector database (50k+ docs)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Phase 5: Multi-user auth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Phase 4: Advanced parsing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Phase 6-8: Advanced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8-PHASE PRODUCTION ROADMAP (32 weeks)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1: Foundation ✅ (Complete)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2: Database Persistence (4 wks) - Workflow resumption, audit logs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3: Vector Database (4 wks) - Scale to 50k+ docs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4: Document Processing (4 wks) - PowerPoint, OCR, chunking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5: Team &amp; Collaboration (4 wks) - Multi-user, auth, versioning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6: Integrations (4 wks) - Salesforce, Monday.com, Slack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7: Analytics (4 wks) - Dashboard, ROI metrics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Phase 8: Governance (4 wks) - Quality scoring, approvals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Time to Proposal: 70 hours → 70 minutes (60x faster)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Content Reuse: 80% from past engagements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Search Speed: &lt;1 second for 100-doc corpus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Documentation: 300+ pages, all audiences covered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Code Quality: 6 unit tests, clean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Demo Ready: 30-minute walkthrough with sample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5490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This Week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Review demo package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Install Liqueo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Load sample 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Run 30-min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Next Month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Collect feedback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Plan Phase 2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Start implementation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Expand to team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A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CONTACT &amp; RESOURCES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Email: hemalp1434@gmail.com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GitHub: https://github.com/hemalp143/Liqueo</a:t>
            </a:r>
          </a:p>
          <a:p>
            <a:pPr algn="ctr">
              <a:defRPr sz="1400">
                <a:solidFill>
                  <a:srgbClr val="C8DCFF"/>
                </a:solidFill>
              </a:defRPr>
            </a:pPr>
            <a:r>
              <a:t>Documentation: SETUP.md | DEMO_SCENARIO.md | LIMITATIONS_AND_NEXT_STEPS.md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