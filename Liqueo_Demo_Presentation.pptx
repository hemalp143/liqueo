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49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LIQUEO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C8DCFF"/>
                </a:solidFill>
              </a:defRPr>
            </a:pPr>
            <a:r>
              <a:t>Knowledge Discovery &amp; Reuse for Consultants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C8DCFF"/>
                </a:solidFill>
              </a:defRPr>
            </a:pPr>
            <a:r>
              <a:t>September 30,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A5490"/>
                </a:solidFill>
              </a:defRPr>
            </a:pPr>
            <a: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8229600" cy="0"/>
          </a:xfrm>
          <a:prstGeom prst="rect">
            <a:avLst/>
          </a:prstGeom>
          <a:ln w="25400">
            <a:solidFill>
              <a:srgbClr val="2D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The Problem: Knowledge Fragmentation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The Solution: Liqueo System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9-Step Workflow Overview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30-Minute Demo Walkthrough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System Features &amp; Architecture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Production Roadmap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Q&amp;A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A5490"/>
                </a:solidFill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3840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• RFP arrives Friday 4pm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• Due Monday 9am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• Only 70 hours to deliver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• Team doesn't know: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  - Similar work done before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  - Which approach worked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  - How long it took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  - What cost was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46320" y="1371600"/>
            <a:ext cx="3840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• Result: Reinvent from scratch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• Cost: 3-5 days of work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• Risk: Miss opportunities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• Loss: Knowledge disappears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  when staff leaves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A5490"/>
                </a:solidFill>
              </a:defRPr>
            </a:pPr>
            <a:r>
              <a:t>THE SOLUTION: LIQUEO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3840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SEARCH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Find 3 similar past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engagements in seconds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ANALYZE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AI extracts patterns,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approaches, lessons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46320" y="1371600"/>
            <a:ext cx="3840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ADAPT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Customize proven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approach for new context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STORE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Save for next consultant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to discover &amp; reuse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A5490"/>
                </a:solidFill>
              </a:defRPr>
            </a:pPr>
            <a:r>
              <a:t>THE IMPACT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8229600" cy="0"/>
          </a:xfrm>
          <a:prstGeom prst="rect">
            <a:avLst/>
          </a:prstGeom>
          <a:ln w="25400">
            <a:solidFill>
              <a:srgbClr val="2D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70 hours → 70 minutes (60x speedup)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80% of content from past engagements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Based on proven approaches, not invented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Knowledge preserved for future reuse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Team learns from every project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5490"/>
                </a:solidFill>
              </a:defRPr>
            </a:pPr>
            <a:r>
              <a:t>9-STEP KNOWLEDGE REUSE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1️⃣  Identify Problem  →  Define challenge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2️⃣  Search Knowledge  →  Find similar cases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3️⃣  Identify Docs  →  Extract templates &amp; lessons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4️⃣  AI Summarize  →  Get analysis &amp; recommendations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5️⃣  Review &amp; Evaluate  →  Assess applicability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6️⃣  Select Content  →  Choose what to reuse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7️⃣  Create Output  →  Build new engagement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8️⃣  Tag &amp; Classify  →  Add metadata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9️⃣  Store Knowledge  →  Available for next user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A5490"/>
                </a:solidFill>
              </a:defRPr>
            </a:pPr>
            <a:r>
              <a:t>DEMO SCENARIO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8229600" cy="0"/>
          </a:xfrm>
          <a:prstGeom prst="rect">
            <a:avLst/>
          </a:prstGeom>
          <a:ln w="25400">
            <a:solidFill>
              <a:srgbClr val="2D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Fintech RFP: Core Banking Optimization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Goal: 30% cost reduction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Constraint: 70 hours to proposal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Question: Have we solved this before?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Liqueo Answer: Yes! 3 relevant cases found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(Banking restructuring + cost optimization)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A5490"/>
                </a:solidFill>
              </a:defRPr>
            </a:pPr>
            <a:r>
              <a:t>30-MINUTE DEMO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8229600" cy="0"/>
          </a:xfrm>
          <a:prstGeom prst="rect">
            <a:avLst/>
          </a:prstGeom>
          <a:ln w="25400">
            <a:solidFill>
              <a:srgbClr val="2D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Part 1 (2 min): Show RFP &amp; challenge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Part 2 (3 min): Search → Find 3 cases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Part 3 (4 min): View → Explore full details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Part 4 (6 min): AI Synthesis → Pattern analysis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Part 5 (8 min): Workflow → Create adapted proposal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Part 6 (3 min): Complete → Ready for Monday submission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A5490"/>
                </a:solidFill>
              </a:defRPr>
            </a:pPr>
            <a:r>
              <a:t>SYSTEM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3840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Knowledge Base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✓ Document storage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✓ Rich metadata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✓ Smart filtering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Search Engine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✓ Semantic search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✓ Keyword fallback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✓ Relevance scoring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46320" y="1371600"/>
            <a:ext cx="3840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Recommendations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✓ Similar cases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✓ Pattern matching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✓ Industry trends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Web Interface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✓ 4 main tabs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✓ File upload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✓ Modal details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A5490"/>
                </a:solidFill>
              </a:defRPr>
            </a:pPr>
            <a:r>
              <a:t>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8229600" cy="0"/>
          </a:xfrm>
          <a:prstGeom prst="rect">
            <a:avLst/>
          </a:prstGeom>
          <a:ln w="25400">
            <a:solidFill>
              <a:srgbClr val="2D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USER → Web UI (Streamlit)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↓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CORE → KnowledgeBase, Search, Recommendations, Synthesis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↓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SERVICES → Embeddings, LLM APIs, File Parsing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↓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STORAGE → Local JSON files (.liqueo/ directory)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Three Operating Modes: Full (APIs) → Hybrid (partial) → Manual (no API)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A5490"/>
                </a:solidFill>
              </a:defRPr>
            </a:pPr>
            <a:r>
              <a:t>SAMPLE DATA (3 Engagements)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8229600" cy="0"/>
          </a:xfrm>
          <a:prstGeom prst="rect">
            <a:avLst/>
          </a:prstGeom>
          <a:ln w="25400">
            <a:solidFill>
              <a:srgbClr val="2D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🏦 Investment Bank Back-Office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   $2.8M | 12 months | 40% cost reduction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🏦 Retail Bank Technology Consolidation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   $1.5M | 9 months | 35% cost reduction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💳 Payment Processor Cost Optimization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   $0.8M | 6 months | 28% cost reduction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A5490"/>
                </a:solidFill>
              </a:defRPr>
            </a:pPr>
            <a:r>
              <a:t>QUICK START (5 minutes)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8229600" cy="0"/>
          </a:xfrm>
          <a:prstGeom prst="rect">
            <a:avLst/>
          </a:prstGeom>
          <a:ln w="25400">
            <a:solidFill>
              <a:srgbClr val="2D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$ git clone https://github.com/hemalp143/Liqueo.git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$ cd Liqueo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$ pip install -r requirements.txt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$ python load_sample_data.py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$ streamlit run app.py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✅ Ready for demo!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A5490"/>
                </a:solidFill>
              </a:defRPr>
            </a:pPr>
            <a:r>
              <a:t>DEPLOYMENT OPTIONS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8229600" cy="0"/>
          </a:xfrm>
          <a:prstGeom prst="rect">
            <a:avLst/>
          </a:prstGeom>
          <a:ln w="25400">
            <a:solidFill>
              <a:srgbClr val="2D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✓ Local Development (Mac/Windows/Linux)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✓ Google Colab (browser-based)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✓ Docker Container (isolated)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✓ Production Server (gunicorn/streamlit)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Optional: ANTHROPIC_API_KEY or OPENAI_API_KEY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(System works without keys - uses keyword search fallback)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A5490"/>
                </a:solidFill>
              </a:defRPr>
            </a:pPr>
            <a:r>
              <a:t>KNOWN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3840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Current State: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• Single machine only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• 100-5,000 documents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• In-memory session state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• Single-user (no auth)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• Limited file formats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46320" y="1371600"/>
            <a:ext cx="3840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Solutions Planned: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• Phase 2: Database persistence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• Phase 3: Vector database (50k+ docs)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• Phase 5: Multi-user auth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• Phase 4: Advanced parsing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• Phase 6-8: Advanced features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5490"/>
                </a:solidFill>
              </a:defRPr>
            </a:pPr>
            <a:r>
              <a:t>8-PHASE PRODUCTION ROADMAP (32 weeks)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Phase 1: Foundation ✅ (Complete)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Phase 2: Database Persistence (4 wks) - Workflow resumption, audit logs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Phase 3: Vector Database (4 wks) - Scale to 50k+ docs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Phase 4: Document Processing (4 wks) - PowerPoint, OCR, chunking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Phase 5: Team &amp; Collaboration (4 wks) - Multi-user, auth, versioning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Phase 6: Integrations (4 wks) - Salesforce, Monday.com, Slack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Phase 7: Analytics (4 wks) - Dashboard, ROI metrics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Phase 8: Governance (4 wks) - Quality scoring, approvals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A5490"/>
                </a:solidFill>
              </a:defRPr>
            </a:pPr>
            <a:r>
              <a:t>SUCCESS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8229600" cy="0"/>
          </a:xfrm>
          <a:prstGeom prst="rect">
            <a:avLst/>
          </a:prstGeom>
          <a:ln w="25400">
            <a:solidFill>
              <a:srgbClr val="2D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✓ Time to Proposal: 70 hours → 70 minutes (60x faster)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✓ Content Reuse: 80% from past engagements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✓ Search Speed: &lt;1 second for 100-doc corpus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✓ Documentation: 300+ pages, all audiences covered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✓ Code Quality: 6 unit tests, clean architecture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✓ Demo Ready: 30-minute walkthrough with sample data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A5490"/>
                </a:solidFill>
              </a:defRPr>
            </a:pPr>
            <a: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3840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This Week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✓ Review demo package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✓ Install Liqueo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✓ Load sample data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✓ Run 30-min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46320" y="1371600"/>
            <a:ext cx="3840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Next Month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• Collect feedback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• Plan Phase 2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• Start implementation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• Expand to team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AA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CONTACT &amp; RESOURCES</a:t>
            </a:r>
          </a:p>
          <a:p>
            <a:pPr algn="ctr">
              <a:defRPr sz="1800">
                <a:solidFill>
                  <a:srgbClr val="FFFFFF"/>
                </a:solidFill>
              </a:defRPr>
            </a:pPr>
            <a:r>
              <a:t>Email: hemalp1434@gmail.com</a:t>
            </a:r>
          </a:p>
          <a:p>
            <a:pPr algn="ctr">
              <a:defRPr sz="1800">
                <a:solidFill>
                  <a:srgbClr val="FFFFFF"/>
                </a:solidFill>
              </a:defRPr>
            </a:pPr>
            <a:r>
              <a:t>GitHub: https://github.com/hemalp143/Liqueo</a:t>
            </a:r>
          </a:p>
          <a:p>
            <a:pPr algn="ctr">
              <a:defRPr sz="1400">
                <a:solidFill>
                  <a:srgbClr val="C8DCFF"/>
                </a:solidFill>
              </a:defRPr>
            </a:pPr>
            <a:r>
              <a:t>Documentation: SETUP.md | DEMO_SCENARIO.md | LIMITATIONS_AND_NEXT_STEPS.md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